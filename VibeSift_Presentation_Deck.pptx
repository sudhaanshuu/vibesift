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32918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● PITCH DECK • LAUNCH-READINESS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00" b="1">
                <a:solidFill>
                  <a:srgbClr val="111A15"/>
                </a:solidFill>
                <a:latin typeface="Arial"/>
              </a:defRPr>
            </a:pPr>
            <a:r>
              <a:t>VibeSift</a:t>
            </a:r>
          </a:p>
          <a:p>
            <a:pPr>
              <a:spcBef>
                <a:spcPts val="600"/>
              </a:spcBef>
              <a:defRPr sz="2400" b="1">
                <a:solidFill>
                  <a:srgbClr val="15803D"/>
                </a:solidFill>
                <a:latin typeface="Arial"/>
              </a:defRPr>
            </a:pPr>
            <a:r>
              <a:t>The Pre-Launch Safety Net for AI-Built Websites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3364992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182880"/>
          <a:lstStyle/>
          <a:p>
            <a:pPr algn="ctr">
              <a:defRPr sz="3200" b="1">
                <a:solidFill>
                  <a:srgbClr val="16A34A"/>
                </a:solidFill>
                <a:latin typeface="Arial"/>
              </a:defRPr>
            </a:pPr>
            <a:r>
              <a:t>&lt; 60s</a:t>
            </a:r>
          </a:p>
          <a:p>
            <a:pPr>
              <a:spcBef>
                <a:spcPts val="800"/>
              </a:spcBef>
              <a:defRPr sz="1650" b="1">
                <a:solidFill>
                  <a:srgbClr val="111A15"/>
                </a:solidFill>
                <a:latin typeface="Arial"/>
              </a:defRPr>
            </a:pPr>
            <a:r>
              <a:t>Automated Quality Gate</a:t>
            </a:r>
          </a:p>
          <a:p>
            <a:pPr>
              <a:spcBef>
                <a:spcPts val="8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Audit security headers, secret leaks, mobile speed &amp; SEO in under one minute before public launch.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063240"/>
            <a:ext cx="336499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182880"/>
          <a:lstStyle/>
          <a:p>
            <a:pPr algn="ctr">
              <a:defRPr sz="3200" b="1">
                <a:solidFill>
                  <a:srgbClr val="16A34A"/>
                </a:solidFill>
                <a:latin typeface="Arial"/>
              </a:defRPr>
            </a:pPr>
            <a:r>
              <a:t>0–100</a:t>
            </a:r>
          </a:p>
          <a:p>
            <a:pPr>
              <a:spcBef>
                <a:spcPts val="800"/>
              </a:spcBef>
              <a:defRPr sz="1650" b="1">
                <a:solidFill>
                  <a:srgbClr val="111A15"/>
                </a:solidFill>
                <a:latin typeface="Arial"/>
              </a:defRPr>
            </a:pPr>
            <a:r>
              <a:t>Launch-Readiness Score</a:t>
            </a:r>
          </a:p>
          <a:p>
            <a:pPr>
              <a:spcBef>
                <a:spcPts val="8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A weighted, evidence-backed score telling founders whether their website is truly safe to 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063240"/>
            <a:ext cx="336499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182880"/>
          <a:lstStyle/>
          <a:p>
            <a:pPr algn="ctr">
              <a:defRPr sz="3200" b="1">
                <a:solidFill>
                  <a:srgbClr val="16A34A"/>
                </a:solidFill>
                <a:latin typeface="Arial"/>
              </a:defRPr>
            </a:pPr>
            <a:r>
              <a:t>1-Click</a:t>
            </a:r>
          </a:p>
          <a:p>
            <a:pPr>
              <a:spcBef>
                <a:spcPts val="800"/>
              </a:spcBef>
              <a:defRPr sz="1650" b="1">
                <a:solidFill>
                  <a:srgbClr val="111A15"/>
                </a:solidFill>
                <a:latin typeface="Arial"/>
              </a:defRPr>
            </a:pPr>
            <a:r>
              <a:t>AI Code Remediations</a:t>
            </a:r>
          </a:p>
          <a:p>
            <a:pPr>
              <a:spcBef>
                <a:spcPts val="8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Generates exact copy-paste code snippets for Next.js, Vite, Tailwind &amp; Nginx to fix issues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5803D"/>
                </a:solidFill>
                <a:latin typeface="Arial"/>
              </a:defRPr>
            </a:pPr>
            <a:r>
              <a:t>⚡ Live SaaS Production Deployment: vibesift.pixir.in  •  Presented by Pixir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2377440" cy="310896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THE MODERN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47472"/>
            <a:ext cx="2499055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97870"/>
                </a:solidFill>
                <a:latin typeface="Arial"/>
              </a:defRPr>
            </a:pPr>
            <a:r>
              <a:t>Slide 2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11A15"/>
                </a:solidFill>
                <a:latin typeface="Arial"/>
              </a:defRPr>
            </a:pPr>
            <a:r>
              <a:t>Nowadays, Anyone Can Build An App in Hours with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10X BUILD SPEED</a:t>
            </a:r>
          </a:p>
          <a:p>
            <a:pPr>
              <a:spcBef>
                <a:spcPts val="400"/>
              </a:spcBef>
              <a:defRPr sz="3800" b="1">
                <a:solidFill>
                  <a:srgbClr val="16A34A"/>
                </a:solidFill>
                <a:latin typeface="Arial"/>
              </a:defRPr>
            </a:pPr>
            <a:r>
              <a:t>1 Day</a:t>
            </a:r>
          </a:p>
          <a:p>
            <a:pPr>
              <a:spcBef>
                <a:spcPts val="600"/>
              </a:spcBef>
              <a:defRPr sz="1600" b="1">
                <a:solidFill>
                  <a:srgbClr val="111A15"/>
                </a:solidFill>
                <a:latin typeface="Arial"/>
              </a:defRPr>
            </a:pPr>
            <a:r>
              <a:t>Generative Coding Tools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Cursor, v0, Bolt, Lovable &amp; Claude let founders ship apps in a single weekend.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No more waiting months for an engineering agency.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Ideas become interactive software almost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NEW DEMOGRAPHIC</a:t>
            </a:r>
          </a:p>
          <a:p>
            <a:pPr>
              <a:spcBef>
                <a:spcPts val="400"/>
              </a:spcBef>
              <a:defRPr sz="3800" b="1">
                <a:solidFill>
                  <a:srgbClr val="16A34A"/>
                </a:solidFill>
                <a:latin typeface="Arial"/>
              </a:defRPr>
            </a:pPr>
            <a:r>
              <a:t>Millions</a:t>
            </a:r>
          </a:p>
          <a:p>
            <a:pPr>
              <a:spcBef>
                <a:spcPts val="600"/>
              </a:spcBef>
              <a:defRPr sz="1600" b="1">
                <a:solidFill>
                  <a:srgbClr val="111A15"/>
                </a:solidFill>
                <a:latin typeface="Arial"/>
              </a:defRPr>
            </a:pPr>
            <a:r>
              <a:t>A New Wave of Builders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Solo founders, designers &amp; marketers write code without DevOps teams.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Fast prototyping replaces slow corporate development cycles.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The focus is entirely on product speed and fast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INSTANT PRODUCTION</a:t>
            </a:r>
          </a:p>
          <a:p>
            <a:pPr>
              <a:spcBef>
                <a:spcPts val="400"/>
              </a:spcBef>
              <a:defRPr sz="3800" b="1">
                <a:solidFill>
                  <a:srgbClr val="16A34A"/>
                </a:solidFill>
                <a:latin typeface="Arial"/>
              </a:defRPr>
            </a:pPr>
            <a:r>
              <a:t>1-Click</a:t>
            </a:r>
          </a:p>
          <a:p>
            <a:pPr>
              <a:spcBef>
                <a:spcPts val="600"/>
              </a:spcBef>
              <a:defRPr sz="1600" b="1">
                <a:solidFill>
                  <a:srgbClr val="111A15"/>
                </a:solidFill>
                <a:latin typeface="Arial"/>
              </a:defRPr>
            </a:pPr>
            <a:r>
              <a:t>Zero-Barrier Cloud Hosting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Platforms like Vercel &amp; Netlify deploy apps to the world in seconds.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Live URLs are shared on Twitter, LinkedIn &amp; Product Hunt immediately.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The friction between idea and production has completely vanished.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1A15"/>
                </a:solidFill>
                <a:latin typeface="Arial"/>
              </a:defRPr>
            </a:pPr>
            <a:r>
              <a:t>The Reality: Building software is faster than ever—but who is checking if the code is actually safe to launch?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2377440" cy="310896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THE BIG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47472"/>
            <a:ext cx="2499055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97870"/>
                </a:solidFill>
                <a:latin typeface="Arial"/>
              </a:defRPr>
            </a:pPr>
            <a:r>
              <a:t>Slide 3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11A15"/>
                </a:solidFill>
                <a:latin typeface="Arial"/>
              </a:defRPr>
            </a:pPr>
            <a:r>
              <a:t>AI Code Looks Good on Outside, But Ships Broken Inside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ACCIDENTAL LEAKS</a:t>
            </a:r>
          </a:p>
          <a:p>
            <a:pPr>
              <a:spcBef>
                <a:spcPts val="400"/>
              </a:spcBef>
              <a:defRPr sz="3800" b="1">
                <a:solidFill>
                  <a:srgbClr val="16A34A"/>
                </a:solidFill>
                <a:latin typeface="Arial"/>
              </a:defRPr>
            </a:pPr>
            <a:r>
              <a:t>60%+</a:t>
            </a:r>
          </a:p>
          <a:p>
            <a:pPr>
              <a:spcBef>
                <a:spcPts val="600"/>
              </a:spcBef>
              <a:defRPr sz="1600" b="1">
                <a:solidFill>
                  <a:srgbClr val="111A15"/>
                </a:solidFill>
                <a:latin typeface="Arial"/>
              </a:defRPr>
            </a:pPr>
            <a:r>
              <a:t>Secret &amp; Asset Exposure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AI tools frequently leak .env variables &amp; API keys into client bundles.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Unbundled source maps (.map) expose your complete backend logic.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Unauthenticated debug routes are left exposed online.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SECURITY RISKS</a:t>
            </a:r>
          </a:p>
          <a:p>
            <a:pPr>
              <a:spcBef>
                <a:spcPts val="400"/>
              </a:spcBef>
              <a:defRPr sz="3800" b="1">
                <a:solidFill>
                  <a:srgbClr val="16A34A"/>
                </a:solidFill>
                <a:latin typeface="Arial"/>
              </a:defRPr>
            </a:pPr>
            <a:r>
              <a:t>78%</a:t>
            </a:r>
          </a:p>
          <a:p>
            <a:pPr>
              <a:spcBef>
                <a:spcPts val="600"/>
              </a:spcBef>
              <a:defRPr sz="1600" b="1">
                <a:solidFill>
                  <a:srgbClr val="111A15"/>
                </a:solidFill>
                <a:latin typeface="Arial"/>
              </a:defRPr>
            </a:pPr>
            <a:r>
              <a:t>Missing Security Headers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No Content-Security-Policy (CSP) exposes users to XSS attacks.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Missing HSTS allows traffic downgrades on public WiFi.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Session cookies lack Secure and SameSite protection flags.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USER BOUNCE</a:t>
            </a:r>
          </a:p>
          <a:p>
            <a:pPr>
              <a:spcBef>
                <a:spcPts val="400"/>
              </a:spcBef>
              <a:defRPr sz="3800" b="1">
                <a:solidFill>
                  <a:srgbClr val="16A34A"/>
                </a:solidFill>
                <a:latin typeface="Arial"/>
              </a:defRPr>
            </a:pPr>
            <a:r>
              <a:t>&lt; 52</a:t>
            </a:r>
          </a:p>
          <a:p>
            <a:pPr>
              <a:spcBef>
                <a:spcPts val="600"/>
              </a:spcBef>
              <a:defRPr sz="1600" b="1">
                <a:solidFill>
                  <a:srgbClr val="111A15"/>
                </a:solidFill>
                <a:latin typeface="Arial"/>
              </a:defRPr>
            </a:pPr>
            <a:r>
              <a:t>Poor Mobile Speed &amp; SEO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Bloated packages cause agonizingly slow mobile load times.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Unoptimized fonts cause massive layout shifts (CLS).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• Missing meta descriptions destroy launch day Google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1A15"/>
                </a:solidFill>
                <a:latin typeface="Arial"/>
              </a:defRPr>
            </a:pPr>
            <a:r>
              <a:t>The Consequence: Founders launch on Product Hunt or social media, only to get hacked or lose customers on day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2377440" cy="310896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47472"/>
            <a:ext cx="2499055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97870"/>
                </a:solidFill>
                <a:latin typeface="Arial"/>
              </a:defRPr>
            </a:pPr>
            <a:r>
              <a:t>Slide 4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11A15"/>
                </a:solidFill>
                <a:latin typeface="Arial"/>
              </a:defRPr>
            </a:pPr>
            <a:r>
              <a:t>Meet VibeSift: The Automated Launch-Readiness Auditor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1. INSTANT AUDIT</a:t>
            </a:r>
          </a:p>
          <a:p>
            <a:pPr>
              <a:spcBef>
                <a:spcPts val="800"/>
              </a:spcBef>
              <a:defRPr sz="1900" b="1">
                <a:solidFill>
                  <a:srgbClr val="111A15"/>
                </a:solidFill>
                <a:latin typeface="Arial"/>
              </a:defRPr>
            </a:pPr>
            <a:r>
              <a:t>Comprehensive 60s Scan</a:t>
            </a:r>
          </a:p>
          <a:p>
            <a:pPr>
              <a:spcBef>
                <a:spcPts val="800"/>
              </a:spcBef>
              <a:defRPr sz="1300">
                <a:solidFill>
                  <a:srgbClr val="415048"/>
                </a:solidFill>
                <a:latin typeface="Arial"/>
              </a:defRPr>
            </a:pPr>
            <a:r>
              <a:t>Paste your URL. VibeSift immediately checks HTTP security headers, TLS ciphers, Core Web Vitals, leaking secrets &amp; SEO.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Zero authorization barrier for public scans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Non-destructive, safe automated inspection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Instant verdict before announcing to the 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44752"/>
            <a:ext cx="3364992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2. QUANTIFIED CONFIDENCE</a:t>
            </a:r>
          </a:p>
          <a:p>
            <a:pPr>
              <a:spcBef>
                <a:spcPts val="800"/>
              </a:spcBef>
              <a:defRPr sz="1900" b="1">
                <a:solidFill>
                  <a:srgbClr val="111A15"/>
                </a:solidFill>
                <a:latin typeface="Arial"/>
              </a:defRPr>
            </a:pPr>
            <a:r>
              <a:t>Launch Score (0–100)</a:t>
            </a:r>
          </a:p>
          <a:p>
            <a:pPr>
              <a:spcBef>
                <a:spcPts val="800"/>
              </a:spcBef>
              <a:defRPr sz="1300">
                <a:solidFill>
                  <a:srgbClr val="415048"/>
                </a:solidFill>
                <a:latin typeface="Arial"/>
              </a:defRPr>
            </a:pPr>
            <a:r>
              <a:t>A single weighted score telling you immediately whether your website is safe and ready for public launch.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Deducts points based on real severity risks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Clear visual breakdown across Security, Speed &amp; SEO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Live score increases as you resolve issues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3. NO GUESSWORK</a:t>
            </a:r>
          </a:p>
          <a:p>
            <a:pPr>
              <a:spcBef>
                <a:spcPts val="800"/>
              </a:spcBef>
              <a:defRPr sz="1900" b="1">
                <a:solidFill>
                  <a:srgbClr val="111A15"/>
                </a:solidFill>
                <a:latin typeface="Arial"/>
              </a:defRPr>
            </a:pPr>
            <a:r>
              <a:t>AI Code Remediations</a:t>
            </a:r>
          </a:p>
          <a:p>
            <a:pPr>
              <a:spcBef>
                <a:spcPts val="800"/>
              </a:spcBef>
              <a:defRPr sz="1300">
                <a:solidFill>
                  <a:srgbClr val="415048"/>
                </a:solidFill>
                <a:latin typeface="Arial"/>
              </a:defRPr>
            </a:pPr>
            <a:r>
              <a:t>We don't just dump raw error logs. VibeSift uses AI to give you exact before-and-after copy-paste code snippets.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Tailored for Next.js, Vite, Tailwind &amp; Nginx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Fixes issues in minutes, not days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Built for AI developers and solo builders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1A15"/>
                </a:solidFill>
                <a:latin typeface="Arial"/>
              </a:defRPr>
            </a:pPr>
            <a:r>
              <a:t>Think Grammarly for Website Launches: We catch critical security, speed &amp; SEO mistakes before your users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2377440" cy="310896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SIMPLE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47472"/>
            <a:ext cx="2499055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97870"/>
                </a:solidFill>
                <a:latin typeface="Arial"/>
              </a:defRPr>
            </a:pPr>
            <a:r>
              <a:t>Slide 5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11A15"/>
                </a:solidFill>
                <a:latin typeface="Arial"/>
              </a:defRPr>
            </a:pPr>
            <a:r>
              <a:t>How It Works: 3 Simple Steps for Any 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2200" b="1">
                <a:solidFill>
                  <a:srgbClr val="111A15"/>
                </a:solidFill>
                <a:latin typeface="Arial"/>
              </a:defRPr>
            </a:pPr>
            <a:r>
              <a:t>Paste Your URL</a:t>
            </a:r>
          </a:p>
          <a:p>
            <a:pPr>
              <a:spcBef>
                <a:spcPts val="200"/>
              </a:spcBef>
              <a:defRPr sz="1250">
                <a:solidFill>
                  <a:srgbClr val="15803D"/>
                </a:solidFill>
                <a:latin typeface="Arial"/>
              </a:defRPr>
            </a:pPr>
            <a:r>
              <a:t>Zero installation needed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Enter any staging, preview, or production link.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Choose an instant Public Scan or verify ownership for deep containerized checks.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Automated SSRF validation protects against malformed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2200" b="1">
                <a:solidFill>
                  <a:srgbClr val="111A15"/>
                </a:solidFill>
                <a:latin typeface="Arial"/>
              </a:defRPr>
            </a:pPr>
            <a:r>
              <a:t>Watch Live Audit</a:t>
            </a:r>
          </a:p>
          <a:p>
            <a:pPr>
              <a:spcBef>
                <a:spcPts val="200"/>
              </a:spcBef>
              <a:defRPr sz="1250">
                <a:solidFill>
                  <a:srgbClr val="15803D"/>
                </a:solidFill>
                <a:latin typeface="Arial"/>
              </a:defRPr>
            </a:pPr>
            <a:r>
              <a:t>Real-time automated telemetry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Multi-engine workers evaluate TLS, security headers, mobile CWV &amp; secrets in parallel.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Deduplicates overlapping findings across engines.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Generates your Launch Score (0–100) in under 60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44752"/>
            <a:ext cx="3364992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2200" b="1">
                <a:solidFill>
                  <a:srgbClr val="111A15"/>
                </a:solidFill>
                <a:latin typeface="Arial"/>
              </a:defRPr>
            </a:pPr>
            <a:r>
              <a:t>Apply AI Code Fixes</a:t>
            </a:r>
          </a:p>
          <a:p>
            <a:pPr>
              <a:spcBef>
                <a:spcPts val="200"/>
              </a:spcBef>
              <a:defRPr sz="1250">
                <a:solidFill>
                  <a:srgbClr val="15803D"/>
                </a:solidFill>
                <a:latin typeface="Arial"/>
              </a:defRPr>
            </a:pPr>
            <a:r>
              <a:t>Ship with complete confidence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Review clear before-and-after code diffs generated by Amazon Bedrock Claude 3 Haiku.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Copy and paste fixes directly into your codebase.</a:t>
            </a:r>
          </a:p>
          <a:p>
            <a:pPr>
              <a:spcBef>
                <a:spcPts val="10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Re-scan in 1 click and watch your score hit 100%.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5803D"/>
                </a:solidFill>
                <a:latin typeface="Arial"/>
              </a:defRPr>
            </a:pPr>
            <a:r>
              <a:t>⚡ Zero Friction: No complex configs or agent installs. Get your pre-launch verdict in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2377440" cy="310896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DEVELOPER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47472"/>
            <a:ext cx="2499055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97870"/>
                </a:solidFill>
                <a:latin typeface="Arial"/>
              </a:defRPr>
            </a:pPr>
            <a:r>
              <a:t>Slide 6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11A15"/>
                </a:solidFill>
                <a:latin typeface="Arial"/>
              </a:defRPr>
            </a:pPr>
            <a:r>
              <a:t>Evidence-Backed Reports &amp; AI Copy-Paste Fixes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51937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QUANTIFIABLE READINESS</a:t>
            </a:r>
          </a:p>
          <a:p>
            <a:pPr>
              <a:spcBef>
                <a:spcPts val="600"/>
              </a:spcBef>
              <a:defRPr sz="2200" b="1">
                <a:solidFill>
                  <a:srgbClr val="111A15"/>
                </a:solidFill>
                <a:latin typeface="Arial"/>
              </a:defRPr>
            </a:pPr>
            <a:r>
              <a:t>The 0–100 Launch Scorecard</a:t>
            </a:r>
          </a:p>
          <a:p>
            <a:pPr>
              <a:spcBef>
                <a:spcPts val="11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✔ Risk-Weighted Grading: Severe risks (exposed .env, open source maps) deduct high points; minor issues deduct less.</a:t>
            </a:r>
          </a:p>
          <a:p>
            <a:pPr>
              <a:spcBef>
                <a:spcPts val="11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✔ Categorized Breakdown: Clear ratings across Security, Performance, SEO, and Accessibility.</a:t>
            </a:r>
          </a:p>
          <a:p>
            <a:pPr>
              <a:spcBef>
                <a:spcPts val="11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✔ Verifiable Evidence: Inspect exact HTTP headers, DOM nodes, and leaking assets.</a:t>
            </a:r>
          </a:p>
          <a:p>
            <a:pPr>
              <a:spcBef>
                <a:spcPts val="11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✔ Live Score Update: Watch your readiness score increase in real time as you resolve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44752"/>
            <a:ext cx="5193792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AMAZON BEDROCK ENGINE</a:t>
            </a:r>
          </a:p>
          <a:p>
            <a:pPr>
              <a:spcBef>
                <a:spcPts val="600"/>
              </a:spcBef>
              <a:defRPr sz="2200" b="1">
                <a:solidFill>
                  <a:srgbClr val="111A15"/>
                </a:solidFill>
                <a:latin typeface="Arial"/>
              </a:defRPr>
            </a:pPr>
            <a:r>
              <a:t>One-Click Code Remediations</a:t>
            </a:r>
          </a:p>
          <a:p>
            <a:pPr>
              <a:spcBef>
                <a:spcPts val="11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✔ Framework Context: Generates exact fixes for Next.js, Vite, Tailwind CSS, or Nginx.</a:t>
            </a:r>
          </a:p>
          <a:p>
            <a:pPr>
              <a:spcBef>
                <a:spcPts val="11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✔ Before/After Diffs: Clean copy-paste code snippets so you don't have to read security documentation.</a:t>
            </a:r>
          </a:p>
          <a:p>
            <a:pPr>
              <a:spcBef>
                <a:spcPts val="11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✔ Sub-2s Streaming: High-speed streaming fixes via Amazon Bedrock Claude 3 Haiku.</a:t>
            </a:r>
          </a:p>
          <a:p>
            <a:pPr>
              <a:spcBef>
                <a:spcPts val="11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✔ 100% Reliability: Built-in deterministic rule engine ensures fixes work even if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2011680" cy="310896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2305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97870"/>
                </a:solidFill>
                <a:latin typeface="Arial"/>
              </a:defRPr>
            </a:pPr>
            <a:r>
              <a:t>Slide 7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A15"/>
                </a:solidFill>
                <a:latin typeface="Arial"/>
              </a:defRPr>
            </a:pPr>
            <a:r>
              <a:t>Enterprise AWS Cloud Architecture (Serverless + Isolated Containers)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15568"/>
            <a:ext cx="10728655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besif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07008"/>
            <a:ext cx="1045433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2377440" cy="310896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MARKET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47472"/>
            <a:ext cx="2499055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97870"/>
                </a:solidFill>
                <a:latin typeface="Arial"/>
              </a:defRPr>
            </a:pPr>
            <a:r>
              <a:t>Slide 8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11A15"/>
                </a:solidFill>
                <a:latin typeface="Arial"/>
              </a:defRPr>
            </a:pPr>
            <a:r>
              <a:t>Why Traditional Security &amp; Audit Tools Fall Short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LEGACY ENTERPRISE</a:t>
            </a:r>
          </a:p>
          <a:p>
            <a:pPr>
              <a:spcBef>
                <a:spcPts val="600"/>
              </a:spcBef>
              <a:defRPr sz="2000" b="1">
                <a:solidFill>
                  <a:srgbClr val="111A15"/>
                </a:solidFill>
                <a:latin typeface="Arial"/>
              </a:defRPr>
            </a:pPr>
            <a:r>
              <a:t>Enterprise Scanners</a:t>
            </a:r>
          </a:p>
          <a:p>
            <a:pPr>
              <a:spcBef>
                <a:spcPts val="2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Qualys, Nessus, Rapid7</a:t>
            </a:r>
          </a:p>
          <a:p>
            <a:pPr>
              <a:spcBef>
                <a:spcPts val="12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❌ Extremely expensive ($5k–$20k+/yr), locking out startups and solo builders.</a:t>
            </a:r>
          </a:p>
          <a:p>
            <a:pPr>
              <a:spcBef>
                <a:spcPts val="12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❌ Complex multi-hour scans that produce 100-page noisy PDF reports.</a:t>
            </a:r>
          </a:p>
          <a:p>
            <a:pPr>
              <a:spcBef>
                <a:spcPts val="12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❌ Zero code fixes: tells you what broke, but not how to fix it in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FREE DEV TOOLS</a:t>
            </a:r>
          </a:p>
          <a:p>
            <a:pPr>
              <a:spcBef>
                <a:spcPts val="600"/>
              </a:spcBef>
              <a:defRPr sz="2000" b="1">
                <a:solidFill>
                  <a:srgbClr val="111A15"/>
                </a:solidFill>
                <a:latin typeface="Arial"/>
              </a:defRPr>
            </a:pPr>
            <a:r>
              <a:t>Basic Lighthouse</a:t>
            </a:r>
          </a:p>
          <a:p>
            <a:pPr>
              <a:spcBef>
                <a:spcPts val="2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Chrome DevTools, PageSpeed</a:t>
            </a:r>
          </a:p>
          <a:p>
            <a:pPr>
              <a:spcBef>
                <a:spcPts val="12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⚠️ Great for basic performance, but completely blind to security vulnerabilities.</a:t>
            </a:r>
          </a:p>
          <a:p>
            <a:pPr>
              <a:spcBef>
                <a:spcPts val="12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⚠️ Completely misses secret leaks (.env, source maps) and missing HTTP headers.</a:t>
            </a:r>
          </a:p>
          <a:p>
            <a:pPr>
              <a:spcBef>
                <a:spcPts val="12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⚠️ Zero active DAST or vulnerability fuzzing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44752"/>
            <a:ext cx="3364992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THE WINNER</a:t>
            </a:r>
          </a:p>
          <a:p>
            <a:pPr>
              <a:spcBef>
                <a:spcPts val="600"/>
              </a:spcBef>
              <a:defRPr sz="2000" b="1">
                <a:solidFill>
                  <a:srgbClr val="111A15"/>
                </a:solidFill>
                <a:latin typeface="Arial"/>
              </a:defRPr>
            </a:pPr>
            <a:r>
              <a:t>VibeSift</a:t>
            </a:r>
          </a:p>
          <a:p>
            <a:pPr>
              <a:spcBef>
                <a:spcPts val="2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Built for the AI Era</a:t>
            </a:r>
          </a:p>
          <a:p>
            <a:pPr>
              <a:spcBef>
                <a:spcPts val="12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🏆 &lt; 60s instantaneous audits covering Security, CWV, SEO &amp; Secret Leaks.</a:t>
            </a:r>
          </a:p>
          <a:p>
            <a:pPr>
              <a:spcBef>
                <a:spcPts val="12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🏆 Quantified 0–100 Launch Score built for developer clarity.</a:t>
            </a:r>
          </a:p>
          <a:p>
            <a:pPr>
              <a:spcBef>
                <a:spcPts val="1200"/>
              </a:spcBef>
              <a:defRPr sz="1250">
                <a:solidFill>
                  <a:srgbClr val="415048"/>
                </a:solidFill>
                <a:latin typeface="Arial"/>
              </a:defRPr>
            </a:pPr>
            <a:r>
              <a:t>🏆 Amazon Bedrock AI generates exact copy-paste code diffs for your framework.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1A15"/>
                </a:solidFill>
                <a:latin typeface="Arial"/>
              </a:defRPr>
            </a:pPr>
            <a:r>
              <a:t>Our Value Prop: Fast, affordable, and actionable. We bridge speed with production-grade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2377440" cy="310896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STRATEGIC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47472"/>
            <a:ext cx="2499055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97870"/>
                </a:solidFill>
                <a:latin typeface="Arial"/>
              </a:defRPr>
            </a:pPr>
            <a:r>
              <a:t>Slide 9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11A15"/>
                </a:solidFill>
                <a:latin typeface="Arial"/>
              </a:defRPr>
            </a:pPr>
            <a:r>
              <a:t>From Pre-Launch Auditor to Everyday Quality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PHASE 1 • Q1 2027</a:t>
            </a:r>
          </a:p>
          <a:p>
            <a:pPr>
              <a:spcBef>
                <a:spcPts val="600"/>
              </a:spcBef>
              <a:defRPr sz="1900" b="1">
                <a:solidFill>
                  <a:srgbClr val="111A15"/>
                </a:solidFill>
                <a:latin typeface="Arial"/>
              </a:defRPr>
            </a:pPr>
            <a:r>
              <a:t>GitHub Action CI/CD Gate</a:t>
            </a:r>
          </a:p>
          <a:p>
            <a:pPr>
              <a:spcBef>
                <a:spcPts val="800"/>
              </a:spcBef>
              <a:defRPr sz="1300">
                <a:solidFill>
                  <a:srgbClr val="415048"/>
                </a:solidFill>
                <a:latin typeface="Arial"/>
              </a:defRPr>
            </a:pPr>
            <a:r>
              <a:t>Automate audits on every pull request. Automatically block merging if security score drops below threshold.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Pre-merge pull request comment bot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Fails build if new secrets are leaked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Integrates directly into existing GitHub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44752"/>
            <a:ext cx="33649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PHASE 2 • Q2 2027</a:t>
            </a:r>
          </a:p>
          <a:p>
            <a:pPr>
              <a:spcBef>
                <a:spcPts val="600"/>
              </a:spcBef>
              <a:defRPr sz="1900" b="1">
                <a:solidFill>
                  <a:srgbClr val="111A15"/>
                </a:solidFill>
                <a:latin typeface="Arial"/>
              </a:defRPr>
            </a:pPr>
            <a:r>
              <a:t>Team Workspaces &amp; RBAC</a:t>
            </a:r>
          </a:p>
          <a:p>
            <a:pPr>
              <a:spcBef>
                <a:spcPts val="800"/>
              </a:spcBef>
              <a:defRPr sz="1300">
                <a:solidFill>
                  <a:srgbClr val="415048"/>
                </a:solidFill>
                <a:latin typeface="Arial"/>
              </a:defRPr>
            </a:pPr>
            <a:r>
              <a:t>Shared audit dashboards for development agencies, venture studios, and engineering organizations.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Multi-site portfolio monitoring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Organization-wide compliance standards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Role-based access &amp; automated client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44752"/>
            <a:ext cx="3364992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PHASE 3 • Q3 2027</a:t>
            </a:r>
          </a:p>
          <a:p>
            <a:pPr>
              <a:spcBef>
                <a:spcPts val="600"/>
              </a:spcBef>
              <a:defRPr sz="1900" b="1">
                <a:solidFill>
                  <a:srgbClr val="111A15"/>
                </a:solidFill>
                <a:latin typeface="Arial"/>
              </a:defRPr>
            </a:pPr>
            <a:r>
              <a:t>Cursor &amp; Vercel Plugins</a:t>
            </a:r>
          </a:p>
          <a:p>
            <a:pPr>
              <a:spcBef>
                <a:spcPts val="800"/>
              </a:spcBef>
              <a:defRPr sz="1300">
                <a:solidFill>
                  <a:srgbClr val="415048"/>
                </a:solidFill>
                <a:latin typeface="Arial"/>
              </a:defRPr>
            </a:pPr>
            <a:r>
              <a:t>1-click pre-launch audits directly integrated inside AI code editors and hosting deployment platforms.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Instant audit inside Cursor &amp; Claude Code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1-click Vercel &amp; Netlify deploy verification</a:t>
            </a:r>
          </a:p>
          <a:p>
            <a:pPr>
              <a:spcBef>
                <a:spcPts val="800"/>
              </a:spcBef>
              <a:defRPr sz="1200">
                <a:solidFill>
                  <a:srgbClr val="15803D"/>
                </a:solidFill>
                <a:latin typeface="Arial"/>
              </a:defRPr>
            </a:pPr>
            <a:r>
              <a:t>✔ Continuous weekly secret drift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1A15"/>
                </a:solidFill>
                <a:latin typeface="Arial"/>
              </a:defRPr>
            </a:pPr>
            <a:r>
              <a:t>Our Goal: To become the universal quality and security gate every AI application passes before launching.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32918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● WRAP-UP • LIVE DEMO •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00" b="1">
                <a:solidFill>
                  <a:srgbClr val="111A15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600"/>
              </a:spcBef>
              <a:defRPr sz="2400" b="1">
                <a:solidFill>
                  <a:srgbClr val="15803D"/>
                </a:solidFill>
                <a:latin typeface="Arial"/>
              </a:defRPr>
            </a:pPr>
            <a:r>
              <a:t>Let's Explore the Live Demo &amp; Open for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3364992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182880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LIVE APPLICATION</a:t>
            </a:r>
          </a:p>
          <a:p>
            <a:pPr>
              <a:spcBef>
                <a:spcPts val="400"/>
              </a:spcBef>
              <a:defRPr sz="1800" b="1">
                <a:solidFill>
                  <a:srgbClr val="111A15"/>
                </a:solidFill>
                <a:latin typeface="Arial"/>
              </a:defRPr>
            </a:pPr>
            <a:r>
              <a:t>Try VibeSift Live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Production SaaS: vibesift.pixir.in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1-click developer demo login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Run a live URL audit in &lt; 60 seconds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Inspect evidence &amp; generated code diffs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063240"/>
            <a:ext cx="336499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182880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CODEBASE &amp; SPECS</a:t>
            </a:r>
          </a:p>
          <a:p>
            <a:pPr>
              <a:spcBef>
                <a:spcPts val="400"/>
              </a:spcBef>
              <a:defRPr sz="1800" b="1">
                <a:solidFill>
                  <a:srgbClr val="111A15"/>
                </a:solidFill>
                <a:latin typeface="Arial"/>
              </a:defRPr>
            </a:pPr>
            <a:r>
              <a:t>Production Engineering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Full AWS CDK infrastructure definitions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React 19 + Vite 6 + Tailwind CSS design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25 passing Vitest unit &amp; integration tests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Zero-trust containerized worker isolation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063240"/>
            <a:ext cx="336499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182880"/>
          <a:lstStyle/>
          <a:p>
            <a:pPr algn="ctr">
              <a:defRPr sz="1100" b="1">
                <a:solidFill>
                  <a:srgbClr val="15803D"/>
                </a:solidFill>
                <a:latin typeface="Arial"/>
              </a:defRPr>
            </a:pPr>
            <a:r>
              <a:t>DISCUSSION</a:t>
            </a:r>
          </a:p>
          <a:p>
            <a:pPr>
              <a:spcBef>
                <a:spcPts val="400"/>
              </a:spcBef>
              <a:defRPr sz="1800" b="1">
                <a:solidFill>
                  <a:srgbClr val="111A15"/>
                </a:solidFill>
                <a:latin typeface="Arial"/>
              </a:defRPr>
            </a:pPr>
            <a:r>
              <a:t>Q&amp;A &amp; Next Steps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Architecture, safety &amp; elasticity deep dive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Integration with developer workflows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Partnership &amp; early adopter pilot programs</a:t>
            </a:r>
          </a:p>
          <a:p>
            <a:pPr>
              <a:spcBef>
                <a:spcPts val="600"/>
              </a:spcBef>
              <a:defRPr sz="1200">
                <a:solidFill>
                  <a:srgbClr val="415048"/>
                </a:solidFill>
                <a:latin typeface="Arial"/>
              </a:defRPr>
            </a:pPr>
            <a:r>
              <a:t>✔ Open floor for feedback &amp;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A15"/>
                </a:solidFill>
                <a:latin typeface="Arial"/>
              </a:defRPr>
            </a:pPr>
            <a:r>
              <a:t>⚡ VibeSift by Pixir  •  "Ship fast. Ship safe. Never launch blind."  •  vibesift.pixir.in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